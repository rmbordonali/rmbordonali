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764" autoAdjust="0"/>
  </p:normalViewPr>
  <p:slideViewPr>
    <p:cSldViewPr snapToGrid="0">
      <p:cViewPr varScale="1">
        <p:scale>
          <a:sx n="92" d="100"/>
          <a:sy n="92" d="100"/>
        </p:scale>
        <p:origin x="2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becca Bordonali" userId="d8153961-0b82-4312-ad60-3361c8093900" providerId="ADAL" clId="{142ED420-DB0C-4034-A606-20537B582B3D}"/>
    <pc:docChg chg="custSel addSld delSld modSld">
      <pc:chgData name="Rebecca Bordonali" userId="d8153961-0b82-4312-ad60-3361c8093900" providerId="ADAL" clId="{142ED420-DB0C-4034-A606-20537B582B3D}" dt="2026-04-27T14:07:23.668" v="2419" actId="20577"/>
      <pc:docMkLst>
        <pc:docMk/>
      </pc:docMkLst>
      <pc:sldChg chg="modSp new mod">
        <pc:chgData name="Rebecca Bordonali" userId="d8153961-0b82-4312-ad60-3361c8093900" providerId="ADAL" clId="{142ED420-DB0C-4034-A606-20537B582B3D}" dt="2026-04-21T14:52:59.103" v="45" actId="20577"/>
        <pc:sldMkLst>
          <pc:docMk/>
          <pc:sldMk cId="40230782" sldId="256"/>
        </pc:sldMkLst>
        <pc:spChg chg="mod">
          <ac:chgData name="Rebecca Bordonali" userId="d8153961-0b82-4312-ad60-3361c8093900" providerId="ADAL" clId="{142ED420-DB0C-4034-A606-20537B582B3D}" dt="2026-04-21T14:52:39.285" v="1"/>
          <ac:spMkLst>
            <pc:docMk/>
            <pc:sldMk cId="40230782" sldId="256"/>
            <ac:spMk id="2" creationId="{F4DDBCCD-B74B-727F-A585-C1AFFAA24B77}"/>
          </ac:spMkLst>
        </pc:spChg>
        <pc:spChg chg="mod">
          <ac:chgData name="Rebecca Bordonali" userId="d8153961-0b82-4312-ad60-3361c8093900" providerId="ADAL" clId="{142ED420-DB0C-4034-A606-20537B582B3D}" dt="2026-04-21T14:52:59.103" v="45" actId="20577"/>
          <ac:spMkLst>
            <pc:docMk/>
            <pc:sldMk cId="40230782" sldId="256"/>
            <ac:spMk id="3" creationId="{72BE402A-663A-EAC6-8D87-A11735C29539}"/>
          </ac:spMkLst>
        </pc:spChg>
      </pc:sldChg>
      <pc:sldChg chg="addSp modSp new mod">
        <pc:chgData name="Rebecca Bordonali" userId="d8153961-0b82-4312-ad60-3361c8093900" providerId="ADAL" clId="{142ED420-DB0C-4034-A606-20537B582B3D}" dt="2026-04-23T18:31:06.376" v="1042" actId="1076"/>
        <pc:sldMkLst>
          <pc:docMk/>
          <pc:sldMk cId="2965327103" sldId="257"/>
        </pc:sldMkLst>
        <pc:spChg chg="add mod">
          <ac:chgData name="Rebecca Bordonali" userId="d8153961-0b82-4312-ad60-3361c8093900" providerId="ADAL" clId="{142ED420-DB0C-4034-A606-20537B582B3D}" dt="2026-04-23T18:30:52.599" v="1041" actId="20577"/>
          <ac:spMkLst>
            <pc:docMk/>
            <pc:sldMk cId="2965327103" sldId="257"/>
            <ac:spMk id="2" creationId="{C6A5B3D1-A5BA-A6C1-0FDD-33854F768F70}"/>
          </ac:spMkLst>
        </pc:spChg>
        <pc:graphicFrameChg chg="add mod modGraphic">
          <ac:chgData name="Rebecca Bordonali" userId="d8153961-0b82-4312-ad60-3361c8093900" providerId="ADAL" clId="{142ED420-DB0C-4034-A606-20537B582B3D}" dt="2026-04-23T18:31:06.376" v="1042" actId="1076"/>
          <ac:graphicFrameMkLst>
            <pc:docMk/>
            <pc:sldMk cId="2965327103" sldId="257"/>
            <ac:graphicFrameMk id="4" creationId="{0F643253-F4C3-E4CB-3B63-25D010A23062}"/>
          </ac:graphicFrameMkLst>
        </pc:graphicFrameChg>
      </pc:sldChg>
      <pc:sldChg chg="addSp delSp modSp new mod modNotesTx">
        <pc:chgData name="Rebecca Bordonali" userId="d8153961-0b82-4312-ad60-3361c8093900" providerId="ADAL" clId="{142ED420-DB0C-4034-A606-20537B582B3D}" dt="2026-04-23T18:14:35.258" v="991" actId="1076"/>
        <pc:sldMkLst>
          <pc:docMk/>
          <pc:sldMk cId="2031874467" sldId="258"/>
        </pc:sldMkLst>
        <pc:spChg chg="add mod">
          <ac:chgData name="Rebecca Bordonali" userId="d8153961-0b82-4312-ad60-3361c8093900" providerId="ADAL" clId="{142ED420-DB0C-4034-A606-20537B582B3D}" dt="2026-04-23T18:14:35.258" v="991" actId="1076"/>
          <ac:spMkLst>
            <pc:docMk/>
            <pc:sldMk cId="2031874467" sldId="258"/>
            <ac:spMk id="3" creationId="{24671AEB-4EF1-53BD-0034-363C0D42ECFF}"/>
          </ac:spMkLst>
        </pc:spChg>
        <pc:spChg chg="add">
          <ac:chgData name="Rebecca Bordonali" userId="d8153961-0b82-4312-ad60-3361c8093900" providerId="ADAL" clId="{142ED420-DB0C-4034-A606-20537B582B3D}" dt="2026-04-21T15:01:45.804" v="365"/>
          <ac:spMkLst>
            <pc:docMk/>
            <pc:sldMk cId="2031874467" sldId="258"/>
            <ac:spMk id="4" creationId="{19BE1F17-7074-E62C-A44C-4E1905E2D4BE}"/>
          </ac:spMkLst>
        </pc:spChg>
        <pc:picChg chg="add mod modCrop">
          <ac:chgData name="Rebecca Bordonali" userId="d8153961-0b82-4312-ad60-3361c8093900" providerId="ADAL" clId="{142ED420-DB0C-4034-A606-20537B582B3D}" dt="2026-04-23T18:11:12.342" v="856" actId="1076"/>
          <ac:picMkLst>
            <pc:docMk/>
            <pc:sldMk cId="2031874467" sldId="258"/>
            <ac:picMk id="2" creationId="{A38E6325-FD9C-C12E-DCDA-F9F326FD3912}"/>
          </ac:picMkLst>
        </pc:picChg>
        <pc:picChg chg="add mod modCrop">
          <ac:chgData name="Rebecca Bordonali" userId="d8153961-0b82-4312-ad60-3361c8093900" providerId="ADAL" clId="{142ED420-DB0C-4034-A606-20537B582B3D}" dt="2026-04-23T18:11:34.940" v="859" actId="1076"/>
          <ac:picMkLst>
            <pc:docMk/>
            <pc:sldMk cId="2031874467" sldId="258"/>
            <ac:picMk id="5" creationId="{C5B94C2E-B8DA-BBA3-9F3D-4C5BF7B25049}"/>
          </ac:picMkLst>
        </pc:picChg>
      </pc:sldChg>
      <pc:sldChg chg="addSp modSp new mod modNotesTx">
        <pc:chgData name="Rebecca Bordonali" userId="d8153961-0b82-4312-ad60-3361c8093900" providerId="ADAL" clId="{142ED420-DB0C-4034-A606-20537B582B3D}" dt="2026-04-24T13:39:51.423" v="2411" actId="20577"/>
        <pc:sldMkLst>
          <pc:docMk/>
          <pc:sldMk cId="3151485279" sldId="259"/>
        </pc:sldMkLst>
        <pc:spChg chg="add mod">
          <ac:chgData name="Rebecca Bordonali" userId="d8153961-0b82-4312-ad60-3361c8093900" providerId="ADAL" clId="{142ED420-DB0C-4034-A606-20537B582B3D}" dt="2026-04-23T19:20:23.765" v="1583" actId="14100"/>
          <ac:spMkLst>
            <pc:docMk/>
            <pc:sldMk cId="3151485279" sldId="259"/>
            <ac:spMk id="4" creationId="{828FA307-EDF4-5353-859F-C72DEEB06FBD}"/>
          </ac:spMkLst>
        </pc:spChg>
        <pc:picChg chg="add mod">
          <ac:chgData name="Rebecca Bordonali" userId="d8153961-0b82-4312-ad60-3361c8093900" providerId="ADAL" clId="{142ED420-DB0C-4034-A606-20537B582B3D}" dt="2026-04-23T20:28:23.331" v="1818" actId="1076"/>
          <ac:picMkLst>
            <pc:docMk/>
            <pc:sldMk cId="3151485279" sldId="259"/>
            <ac:picMk id="6" creationId="{57AD88F2-1CF3-4FA2-4233-F0E86FCC0A0D}"/>
          </ac:picMkLst>
        </pc:picChg>
        <pc:picChg chg="add mod modCrop">
          <ac:chgData name="Rebecca Bordonali" userId="d8153961-0b82-4312-ad60-3361c8093900" providerId="ADAL" clId="{142ED420-DB0C-4034-A606-20537B582B3D}" dt="2026-04-23T20:29:11.591" v="1822" actId="732"/>
          <ac:picMkLst>
            <pc:docMk/>
            <pc:sldMk cId="3151485279" sldId="259"/>
            <ac:picMk id="8" creationId="{9717433E-4F12-3B00-849B-AD34C761852D}"/>
          </ac:picMkLst>
        </pc:picChg>
      </pc:sldChg>
      <pc:sldChg chg="modSp add mod">
        <pc:chgData name="Rebecca Bordonali" userId="d8153961-0b82-4312-ad60-3361c8093900" providerId="ADAL" clId="{142ED420-DB0C-4034-A606-20537B582B3D}" dt="2026-04-23T18:14:26.807" v="990" actId="1036"/>
        <pc:sldMkLst>
          <pc:docMk/>
          <pc:sldMk cId="675501482" sldId="260"/>
        </pc:sldMkLst>
        <pc:spChg chg="mod">
          <ac:chgData name="Rebecca Bordonali" userId="d8153961-0b82-4312-ad60-3361c8093900" providerId="ADAL" clId="{142ED420-DB0C-4034-A606-20537B582B3D}" dt="2026-04-23T18:14:21.955" v="985" actId="1076"/>
          <ac:spMkLst>
            <pc:docMk/>
            <pc:sldMk cId="675501482" sldId="260"/>
            <ac:spMk id="3" creationId="{191DDFEB-54AF-42A6-F3D0-26AB10C404E5}"/>
          </ac:spMkLst>
        </pc:spChg>
        <pc:picChg chg="mod">
          <ac:chgData name="Rebecca Bordonali" userId="d8153961-0b82-4312-ad60-3361c8093900" providerId="ADAL" clId="{142ED420-DB0C-4034-A606-20537B582B3D}" dt="2026-04-23T18:14:26.807" v="990" actId="1036"/>
          <ac:picMkLst>
            <pc:docMk/>
            <pc:sldMk cId="675501482" sldId="260"/>
            <ac:picMk id="8" creationId="{195D6105-FDC3-66DF-C67D-14211777B235}"/>
          </ac:picMkLst>
        </pc:picChg>
      </pc:sldChg>
      <pc:sldChg chg="addSp modSp add mod modNotesTx">
        <pc:chgData name="Rebecca Bordonali" userId="d8153961-0b82-4312-ad60-3361c8093900" providerId="ADAL" clId="{142ED420-DB0C-4034-A606-20537B582B3D}" dt="2026-04-24T13:40:17.134" v="2416" actId="20577"/>
        <pc:sldMkLst>
          <pc:docMk/>
          <pc:sldMk cId="3510701367" sldId="261"/>
        </pc:sldMkLst>
        <pc:spChg chg="mod">
          <ac:chgData name="Rebecca Bordonali" userId="d8153961-0b82-4312-ad60-3361c8093900" providerId="ADAL" clId="{142ED420-DB0C-4034-A606-20537B582B3D}" dt="2026-04-23T19:51:46.096" v="1587" actId="14100"/>
          <ac:spMkLst>
            <pc:docMk/>
            <pc:sldMk cId="3510701367" sldId="261"/>
            <ac:spMk id="4" creationId="{2280283C-DCD1-F15B-706E-58216E4F5091}"/>
          </ac:spMkLst>
        </pc:spChg>
        <pc:picChg chg="add mod">
          <ac:chgData name="Rebecca Bordonali" userId="d8153961-0b82-4312-ad60-3361c8093900" providerId="ADAL" clId="{142ED420-DB0C-4034-A606-20537B582B3D}" dt="2026-04-23T19:52:58.829" v="1598" actId="1076"/>
          <ac:picMkLst>
            <pc:docMk/>
            <pc:sldMk cId="3510701367" sldId="261"/>
            <ac:picMk id="5" creationId="{C4EEB7EF-464A-A520-ECE7-5177643ADF4E}"/>
          </ac:picMkLst>
        </pc:picChg>
        <pc:picChg chg="add mod">
          <ac:chgData name="Rebecca Bordonali" userId="d8153961-0b82-4312-ad60-3361c8093900" providerId="ADAL" clId="{142ED420-DB0C-4034-A606-20537B582B3D}" dt="2026-04-23T19:53:13.964" v="1607" actId="1035"/>
          <ac:picMkLst>
            <pc:docMk/>
            <pc:sldMk cId="3510701367" sldId="261"/>
            <ac:picMk id="7" creationId="{CBAC9361-2E38-08C6-9B9C-F8B05A2CD14D}"/>
          </ac:picMkLst>
        </pc:picChg>
      </pc:sldChg>
      <pc:sldChg chg="addSp delSp modSp new mod modNotesTx">
        <pc:chgData name="Rebecca Bordonali" userId="d8153961-0b82-4312-ad60-3361c8093900" providerId="ADAL" clId="{142ED420-DB0C-4034-A606-20537B582B3D}" dt="2026-04-27T14:07:23.668" v="2419" actId="20577"/>
        <pc:sldMkLst>
          <pc:docMk/>
          <pc:sldMk cId="3413771763" sldId="262"/>
        </pc:sldMkLst>
        <pc:spChg chg="add mod">
          <ac:chgData name="Rebecca Bordonali" userId="d8153961-0b82-4312-ad60-3361c8093900" providerId="ADAL" clId="{142ED420-DB0C-4034-A606-20537B582B3D}" dt="2026-04-23T20:50:25.599" v="2197" actId="20577"/>
          <ac:spMkLst>
            <pc:docMk/>
            <pc:sldMk cId="3413771763" sldId="262"/>
            <ac:spMk id="4" creationId="{1D51C507-CD17-C5FE-64ED-5F18004F12F1}"/>
          </ac:spMkLst>
        </pc:spChg>
        <pc:picChg chg="add mod">
          <ac:chgData name="Rebecca Bordonali" userId="d8153961-0b82-4312-ad60-3361c8093900" providerId="ADAL" clId="{142ED420-DB0C-4034-A606-20537B582B3D}" dt="2026-04-23T20:49:19.236" v="2081" actId="1035"/>
          <ac:picMkLst>
            <pc:docMk/>
            <pc:sldMk cId="3413771763" sldId="262"/>
            <ac:picMk id="8" creationId="{373D57F7-B879-189C-6840-C48DACE93AE5}"/>
          </ac:picMkLst>
        </pc:picChg>
        <pc:picChg chg="add mod">
          <ac:chgData name="Rebecca Bordonali" userId="d8153961-0b82-4312-ad60-3361c8093900" providerId="ADAL" clId="{142ED420-DB0C-4034-A606-20537B582B3D}" dt="2026-04-23T20:49:13.223" v="2064" actId="1076"/>
          <ac:picMkLst>
            <pc:docMk/>
            <pc:sldMk cId="3413771763" sldId="262"/>
            <ac:picMk id="10" creationId="{32864D98-AA97-0A4A-D7FC-4945B980FB9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C830D-665C-43C2-870A-438D26362B8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FAD1A-39FA-41E1-A2E1-8801F8356B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22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Reminder of the previous plots from last week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FAD1A-39FA-41E1-A2E1-8801F8356B66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0376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65FF-8075-9752-3A90-9CF4E838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F4EF3-301D-CDDE-06A6-61F0CE1F1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9A9BB-6872-3BD6-DDA1-54AA59A93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about square waves: only odd harmonics will show up, even harmonics get cancelled out</a:t>
            </a:r>
          </a:p>
          <a:p>
            <a:r>
              <a:rPr lang="en-US" dirty="0"/>
              <a:t>Position 1: glass is 10 cm from the speaker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9BB89-1C14-EBBB-764E-A13A0CEAA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FAD1A-39FA-41E1-A2E1-8801F8356B6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9017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Plots show 100 Hz square wave results, but results look similar for all square wave frequencies that I tried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FAD1A-39FA-41E1-A2E1-8801F8356B6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7739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These results indicate that the code is working correctly, the experimental </a:t>
            </a:r>
            <a:r>
              <a:rPr lang="en-CA"/>
              <a:t>stuff may just need </a:t>
            </a:r>
            <a:r>
              <a:rPr lang="en-CA" dirty="0"/>
              <a:t>more adjusting/refining</a:t>
            </a:r>
          </a:p>
          <a:p>
            <a:r>
              <a:rPr lang="en-CA" dirty="0" err="1"/>
              <a:t>H_propagation</a:t>
            </a:r>
            <a:r>
              <a:rPr lang="en-CA" dirty="0"/>
              <a:t>: both input and output are from microphone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FAD1A-39FA-41E1-A2E1-8801F8356B6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1260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This is for the 100 Hz square wave</a:t>
            </a:r>
          </a:p>
          <a:p>
            <a:r>
              <a:rPr lang="en-CA" dirty="0"/>
              <a:t>Got more success than with using one microphone recording and one vibrometer recording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FAD1A-39FA-41E1-A2E1-8801F8356B6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8006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B20F6-E52E-7361-7AE5-67DC8B13E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67759-D10B-F9C3-4A15-F85CAD227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BF930-01D6-7745-50FC-97A0EC69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9B82-67C7-4234-AC40-BA00E2D437BE}" type="datetime1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149BC-A303-58F3-63F6-CC2DF4FF3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F30B2-399C-2FD9-A197-EC97B233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0166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0AC6-2132-38BE-2D77-E6E803F6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53B48-1EEC-1565-C149-CD1C0B2FB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719D9-D932-26E0-A413-28D9B5E4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398C-AE25-49BB-A7D2-34148ABCBEE9}" type="datetime1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1558D-D477-6DDE-0598-0B2A4203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8596A-0829-55F6-5AFB-5009621D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3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ED75D-F062-4598-90BA-1D042190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B6BB1-D714-7FE1-59CC-F7FFE6266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D01F0-E618-C423-8640-6605C636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C362-CE53-4F10-9E0E-7F3ECC5B4AED}" type="datetime1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E9AD5-66F3-B6A5-9EB1-661E054B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9687A-3BAF-772B-D1B1-B6AEE442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18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1CF1-C2F0-20EE-1358-0AC1DB8C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4843-4AAB-C220-CAA7-9560A2B44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D4EFE-77CD-08FA-A049-4F9D65C9C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67E61-A6A3-BC68-7D21-E12940F7B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4E5D-6130-4133-9719-A69FA3906567}" type="datetime1">
              <a:rPr lang="en-CA" smtClean="0"/>
              <a:t>2026-04-27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989F8-EB72-4583-EA8B-DAE5B97C5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BC993-91AC-3814-CADB-601C134EA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8283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04EE2-CAE1-C3C3-79ED-0E9E4F2DB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A8F17-0992-9F85-8EAC-FB2B1E2BA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A3003-B06E-7870-2AF1-A6F397494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2CA70D-9CE6-6322-4706-5EA3419A2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C8AFBB-35AC-9E73-6DA1-E690E5B91D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1D30D-3A91-317D-52C7-3AA25516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EF4E-7752-45B3-9E0B-D752FE9CA0C9}" type="datetime1">
              <a:rPr lang="en-CA" smtClean="0"/>
              <a:t>2026-04-27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A57E8C-7D42-D6C8-E88C-9035D43A9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42B161-CFD0-A3F3-68C2-01DC8D1F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853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32FA-8E95-D97F-7F47-A4ECE36D5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B0CA7-40C9-338F-767F-00B54ABE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55D2-54CF-401A-A8BE-25BFF1FB5177}" type="datetime1">
              <a:rPr lang="en-CA" smtClean="0"/>
              <a:t>2026-04-27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12786-855D-C215-5116-5F9DD3B11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20859-4CF8-CF01-CD25-2188CF18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0860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54E30-8E01-2018-B1D1-00AFF2C6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2830-8F89-44DE-8BB5-CD418EB05DDD}" type="datetime1">
              <a:rPr lang="en-CA" smtClean="0"/>
              <a:t>2026-04-27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EC111-78F5-D1CF-A322-A4038DFB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DB21C-4029-1A7A-F7A3-22B53BB5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8453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D47BF-0433-8514-C686-F5B52033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4B37A-C4C0-2993-2E2B-3A6FC30F5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0F5BA-4063-B3AB-24C8-FA1854071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82032-3506-B4EE-B229-BCD21E1F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2ABAD-821E-4BBF-AF61-9593C134E94A}" type="datetime1">
              <a:rPr lang="en-CA" smtClean="0"/>
              <a:t>2026-04-27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4A542-7CBF-E5C5-9259-ECAFC5DCB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228B0-E4E8-C9D6-C7C4-5EF157F0F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85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2135-39A2-B7FC-EFFF-48D4EF3DA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E06D0F-D295-BAAC-B6DE-1A8F78C15D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0F93E-829B-442A-01BD-477F06925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2C800-0D4E-7E5D-8447-3846654E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D9D-BEA9-4F34-A81F-B57C86237DD5}" type="datetime1">
              <a:rPr lang="en-CA" smtClean="0"/>
              <a:t>2026-04-27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2CEE1-90D0-9D99-29EA-27081CDA7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6EE36-2D60-A853-5CAF-214169D1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9495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E862-623F-6CA5-685E-D203E162B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187EE-C5EB-4E5A-FF1D-31D4CF716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83B18-063A-1C95-442B-0A01CB7A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896F-5070-4375-8B69-82C7FF586EEE}" type="datetime1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90198-7098-C53E-C2B5-3FF788DC9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640D4-DCDC-CEB5-3860-71BED2F1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3450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ACF863-789A-63B0-8431-99F4CB7C5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9E9EA-93D3-9917-D4B7-D54923002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538E1-2AAD-2A91-CB7E-96A3903AB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A68E-729D-4FF6-BE1F-AEC3D4FF06CA}" type="datetime1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11484-BE03-FB83-6821-17E5C9D73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EE82-4038-FA52-C38F-E3C50FB4D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316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0AC54A-70B7-D255-0A38-CDBE7C7F2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10233-2545-33EF-83A2-9821A4853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862D-E1CA-41EA-C749-6B2549990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741BD-8BA4-45F5-84DB-B08BDC9803F2}" type="datetime1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58B5F-74BB-144F-9E80-C1B3F0CD6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BB872-4E82-424B-EF13-5C7795D61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D418C-B0D2-426D-AAC1-9F2D4FE124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50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BCCD-B74B-727F-A585-C1AFFAA24B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Vibrometer Experiment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BE402A-663A-EAC6-8D87-A11735C29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Estimating Transfer Functions</a:t>
            </a:r>
          </a:p>
          <a:p>
            <a:r>
              <a:rPr lang="en-US" dirty="0"/>
              <a:t>Last update!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CB37B-D94E-6FFC-20EB-AC0F7161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30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A5B3D1-A5BA-A6C1-0FDD-33854F768F70}"/>
              </a:ext>
            </a:extLst>
          </p:cNvPr>
          <p:cNvSpPr txBox="1"/>
          <p:nvPr/>
        </p:nvSpPr>
        <p:spPr>
          <a:xfrm>
            <a:off x="762001" y="556592"/>
            <a:ext cx="7993086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Changes from last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Took more measurements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Kept glass at same position, changed frequency of square wave instead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first microphone on top of speaker instead of in front of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Looked at original measurements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bandpass filter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Adjust based on frequency of square wave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segment size for smoother results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E7E79E-AFB6-1D3B-693E-8903EF9D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2</a:t>
            </a:fld>
            <a:endParaRPr lang="en-C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643253-F4C3-E4CB-3B63-25D010A23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287355"/>
              </p:ext>
            </p:extLst>
          </p:nvPr>
        </p:nvGraphicFramePr>
        <p:xfrm>
          <a:off x="844826" y="3429000"/>
          <a:ext cx="4449417" cy="197104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595945">
                  <a:extLst>
                    <a:ext uri="{9D8B030D-6E8A-4147-A177-3AD203B41FA5}">
                      <a16:colId xmlns:a16="http://schemas.microsoft.com/office/drawing/2014/main" val="2405403919"/>
                    </a:ext>
                  </a:extLst>
                </a:gridCol>
                <a:gridCol w="2853472">
                  <a:extLst>
                    <a:ext uri="{9D8B030D-6E8A-4147-A177-3AD203B41FA5}">
                      <a16:colId xmlns:a16="http://schemas.microsoft.com/office/drawing/2014/main" val="16158285"/>
                    </a:ext>
                  </a:extLst>
                </a:gridCol>
              </a:tblGrid>
              <a:tr h="475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Measurement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Square Wave Frequency (Hz)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356133"/>
                  </a:ext>
                </a:extLst>
              </a:tr>
              <a:tr h="292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100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636972"/>
                  </a:ext>
                </a:extLst>
              </a:tr>
              <a:tr h="292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200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633946"/>
                  </a:ext>
                </a:extLst>
              </a:tr>
              <a:tr h="292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300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207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4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400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636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32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671AEB-4EF1-53BD-0034-363C0D42ECFF}"/>
              </a:ext>
            </a:extLst>
          </p:cNvPr>
          <p:cNvSpPr txBox="1"/>
          <p:nvPr/>
        </p:nvSpPr>
        <p:spPr>
          <a:xfrm>
            <a:off x="756432" y="72887"/>
            <a:ext cx="87199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100 Hz Square Wave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Previous plots from last week:</a:t>
            </a:r>
            <a:endParaRPr lang="en-US" sz="1800" dirty="0"/>
          </a:p>
          <a:p>
            <a:endParaRPr lang="en-CA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9BE1F17-7074-E62C-A44C-4E1905E2D4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D3ED0-C1DC-55C4-AC2A-2AD40987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3</a:t>
            </a:fld>
            <a:endParaRPr lang="en-C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8E6325-FD9C-C12E-DCDA-F9F326FD39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2"/>
          <a:stretch>
            <a:fillRect/>
          </a:stretch>
        </p:blipFill>
        <p:spPr>
          <a:xfrm>
            <a:off x="1551172" y="789820"/>
            <a:ext cx="9089649" cy="29752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B94C2E-B8DA-BBA3-9F3D-4C5BF7B250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2"/>
          <a:stretch>
            <a:fillRect/>
          </a:stretch>
        </p:blipFill>
        <p:spPr>
          <a:xfrm>
            <a:off x="1625669" y="3828665"/>
            <a:ext cx="8940654" cy="295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74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A1AE5-6F1E-3681-4AEA-4D17000C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1DDFEB-54AF-42A6-F3D0-26AB10C404E5}"/>
              </a:ext>
            </a:extLst>
          </p:cNvPr>
          <p:cNvSpPr txBox="1"/>
          <p:nvPr/>
        </p:nvSpPr>
        <p:spPr>
          <a:xfrm>
            <a:off x="749806" y="0"/>
            <a:ext cx="871993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100 Hz Square Wave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plots after adding bandpass filter and reducing segment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peaks in coherence at ~100 Hz and ~300 Hz (fundamental &amp; 3</a:t>
            </a:r>
            <a:r>
              <a:rPr lang="en-US" baseline="30000" dirty="0"/>
              <a:t>rd</a:t>
            </a:r>
            <a:r>
              <a:rPr lang="en-US" dirty="0"/>
              <a:t> harmonic)</a:t>
            </a:r>
            <a:endParaRPr lang="en-US" sz="1800" dirty="0"/>
          </a:p>
          <a:p>
            <a:endParaRPr lang="en-CA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7502D3B-29C1-431F-1083-7FAEAD55FD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3E58BA-DD81-98C9-70B0-15339C173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469" y="3899718"/>
            <a:ext cx="8825948" cy="29582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5D6105-FDC3-66DF-C67D-14211777B2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27"/>
          <a:stretch>
            <a:fillRect/>
          </a:stretch>
        </p:blipFill>
        <p:spPr>
          <a:xfrm>
            <a:off x="1338469" y="1004833"/>
            <a:ext cx="8797095" cy="289157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4B29AB-EA5A-F6D4-552E-B35374AB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5501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C60FAB-0D7C-8214-1925-041F5E85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5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FA307-EDF4-5353-859F-C72DEEB06FBD}"/>
              </a:ext>
            </a:extLst>
          </p:cNvPr>
          <p:cNvSpPr txBox="1"/>
          <p:nvPr/>
        </p:nvSpPr>
        <p:spPr>
          <a:xfrm>
            <a:off x="596347" y="136525"/>
            <a:ext cx="111517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New Measurements (Changing Square Wave Frequency)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Coherence still low, similar problems aligning microphone recordings with vibrometer measurements in time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AD88F2-1CF3-4FA2-4233-F0E86FCC0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535" y="3686729"/>
            <a:ext cx="9100929" cy="30392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17433E-4F12-3B00-849B-AD34C76185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5" t="1133"/>
          <a:stretch>
            <a:fillRect/>
          </a:stretch>
        </p:blipFill>
        <p:spPr>
          <a:xfrm>
            <a:off x="1868556" y="816678"/>
            <a:ext cx="8657287" cy="287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8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84CF7-36A3-45B9-FA69-32463D88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F0DB21-F40B-0B6D-4474-2E49E36C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6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0283C-DCD1-F15B-706E-58216E4F5091}"/>
              </a:ext>
            </a:extLst>
          </p:cNvPr>
          <p:cNvSpPr txBox="1"/>
          <p:nvPr/>
        </p:nvSpPr>
        <p:spPr>
          <a:xfrm>
            <a:off x="596347" y="136525"/>
            <a:ext cx="11158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Testing Program Using Only Microphone Measurements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microphone measurements from different positions as input/output for transfer function estimate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EEB7EF-464A-A520-ECE7-5177643AD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271" y="824804"/>
            <a:ext cx="9140687" cy="2992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AC9361-2E38-08C6-9B9C-F8B05A2CD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864" y="3839694"/>
            <a:ext cx="9022223" cy="29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01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30938D-EE92-3013-ADB9-38ED44C6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418C-B0D2-426D-AAC1-9F2D4FE12448}" type="slidenum">
              <a:rPr lang="en-CA" smtClean="0"/>
              <a:t>7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51C507-CD17-C5FE-64ED-5F18004F12F1}"/>
              </a:ext>
            </a:extLst>
          </p:cNvPr>
          <p:cNvSpPr txBox="1"/>
          <p:nvPr/>
        </p:nvSpPr>
        <p:spPr>
          <a:xfrm>
            <a:off x="319667" y="172173"/>
            <a:ext cx="104524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Testing Program Using Only Vibrometer Measurements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two vibrometer measurements (one without glass/directly on speaker, one with glass)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coherence peaks at harmonic values again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3D57F7-B879-189C-6840-C48DACE93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041" y="1121282"/>
            <a:ext cx="8589533" cy="28879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864D98-AA97-0A4A-D7FC-4945B980F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041" y="3970048"/>
            <a:ext cx="8552985" cy="288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71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310</Words>
  <Application>Microsoft Office PowerPoint</Application>
  <PresentationFormat>Widescreen</PresentationFormat>
  <Paragraphs>53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Vibrometer Experiment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Rebecca Bordonali</dc:creator>
  <cp:lastModifiedBy>Rebecca Bordonali</cp:lastModifiedBy>
  <cp:revision>1</cp:revision>
  <dcterms:created xsi:type="dcterms:W3CDTF">2026-04-21T14:52:24Z</dcterms:created>
  <dcterms:modified xsi:type="dcterms:W3CDTF">2026-04-27T14:07:29Z</dcterms:modified>
</cp:coreProperties>
</file>